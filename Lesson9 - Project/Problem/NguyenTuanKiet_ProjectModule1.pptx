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305" r:id="rId5"/>
    <p:sldId id="308" r:id="rId6"/>
    <p:sldId id="306" r:id="rId7"/>
    <p:sldId id="309" r:id="rId8"/>
    <p:sldId id="310" r:id="rId9"/>
    <p:sldId id="311" r:id="rId10"/>
    <p:sldId id="312" r:id="rId11"/>
    <p:sldId id="314" r:id="rId12"/>
    <p:sldId id="315" r:id="rId13"/>
    <p:sldId id="316" r:id="rId14"/>
    <p:sldId id="317" r:id="rId15"/>
    <p:sldId id="318" r:id="rId16"/>
    <p:sldId id="319" r:id="rId17"/>
    <p:sldId id="321" r:id="rId18"/>
    <p:sldId id="322" r:id="rId19"/>
  </p:sldIdLst>
  <p:sldSz cx="9144000" cy="5143500"/>
  <p:notesSz cx="6858000" cy="9144000"/>
  <p:embeddedFontLst>
    <p:embeddedFont>
      <p:font typeface="Playfair Display Medium"/>
      <p:regular r:id="rId23"/>
    </p:embeddedFont>
    <p:embeddedFont>
      <p:font typeface="Hind" panose="02000000000000000000"/>
      <p:regular r:id="rId24"/>
    </p:embeddedFont>
    <p:embeddedFont>
      <p:font typeface="PT Sans" panose="020B0503020203020204"/>
      <p:regular r:id="rId25"/>
    </p:embeddedFont>
    <p:embeddedFont>
      <p:font typeface="Playfair Display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font" Target="fonts/font7.fntdata"/><Relationship Id="rId28" Type="http://schemas.openxmlformats.org/officeDocument/2006/relationships/font" Target="fonts/font6.fntdata"/><Relationship Id="rId27" Type="http://schemas.openxmlformats.org/officeDocument/2006/relationships/font" Target="fonts/font5.fntdata"/><Relationship Id="rId26" Type="http://schemas.openxmlformats.org/officeDocument/2006/relationships/font" Target="fonts/font4.fntdata"/><Relationship Id="rId25" Type="http://schemas.openxmlformats.org/officeDocument/2006/relationships/font" Target="fonts/font3.fntdata"/><Relationship Id="rId24" Type="http://schemas.openxmlformats.org/officeDocument/2006/relationships/font" Target="fonts/font2.fntdata"/><Relationship Id="rId23" Type="http://schemas.openxmlformats.org/officeDocument/2006/relationships/font" Target="fonts/font1.fntdata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13c2bc466cf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13c2bc466cf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392ee99e12_2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392ee99e12_2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392ee99e12_2_3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392ee99e12_2_3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392ee99e12_2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392ee99e12_2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392ee99e12_2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392ee99e12_2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392ee99e12_2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392ee99e12_2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392ee99e12_2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392ee99e12_2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392ee99e12_2_3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392ee99e12_2_3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392ee99e12_2_3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392ee99e12_2_3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392ee99e12_2_3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392ee99e12_2_3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392ee99e12_2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392ee99e12_2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392ee99e12_2_3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392ee99e12_2_3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392ee99e12_2_3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392ee99e12_2_3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392ee99e12_2_3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392ee99e12_2_3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392ee99e12_2_3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392ee99e12_2_3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392ee99e12_2_38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392ee99e12_2_38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4" Type="http://schemas.openxmlformats.org/officeDocument/2006/relationships/hyperlink" Target="http://bit.ly/2TtBDfr" TargetMode="External"/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67200" y="1399888"/>
            <a:ext cx="7009800" cy="17673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Font typeface="Loved by the King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subTitle" idx="1"/>
          </p:nvPr>
        </p:nvSpPr>
        <p:spPr>
          <a:xfrm>
            <a:off x="2160000" y="3377913"/>
            <a:ext cx="4824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22202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12" name="Google Shape;12;p2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" name="Google Shape;18;p2"/>
          <p:cNvSpPr/>
          <p:nvPr/>
        </p:nvSpPr>
        <p:spPr>
          <a:xfrm>
            <a:off x="205900" y="47962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9;p2"/>
          <p:cNvSpPr/>
          <p:nvPr/>
        </p:nvSpPr>
        <p:spPr>
          <a:xfrm>
            <a:off x="205900" y="162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" name="Google Shape;20;p2"/>
          <p:cNvSpPr/>
          <p:nvPr/>
        </p:nvSpPr>
        <p:spPr>
          <a:xfrm>
            <a:off x="8753000" y="47962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" name="Google Shape;21;p2"/>
          <p:cNvSpPr/>
          <p:nvPr/>
        </p:nvSpPr>
        <p:spPr>
          <a:xfrm>
            <a:off x="8753000" y="162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/>
          <p:nvPr>
            <p:ph type="title"/>
          </p:nvPr>
        </p:nvSpPr>
        <p:spPr>
          <a:xfrm>
            <a:off x="1778550" y="2468535"/>
            <a:ext cx="5586900" cy="914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3"/>
          <p:cNvSpPr txBox="1"/>
          <p:nvPr>
            <p:ph type="title" idx="2" hasCustomPrompt="1"/>
          </p:nvPr>
        </p:nvSpPr>
        <p:spPr>
          <a:xfrm>
            <a:off x="3991350" y="1222967"/>
            <a:ext cx="1161300" cy="11613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5" name="Google Shape;25;p3"/>
          <p:cNvSpPr txBox="1"/>
          <p:nvPr>
            <p:ph type="subTitle" idx="1"/>
          </p:nvPr>
        </p:nvSpPr>
        <p:spPr>
          <a:xfrm>
            <a:off x="1780650" y="3554833"/>
            <a:ext cx="55827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6" name="Google Shape;26;p3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27" name="Google Shape;27;p3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" name="Google Shape;28;p3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3" name="Google Shape;33;p3"/>
          <p:cNvSpPr/>
          <p:nvPr/>
        </p:nvSpPr>
        <p:spPr>
          <a:xfrm>
            <a:off x="8743150" y="42965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" name="Google Shape;34;p3"/>
          <p:cNvSpPr/>
          <p:nvPr/>
        </p:nvSpPr>
        <p:spPr>
          <a:xfrm>
            <a:off x="205900" y="6586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"/>
          <p:cNvSpPr txBox="1"/>
          <p:nvPr>
            <p:ph type="body" idx="1"/>
          </p:nvPr>
        </p:nvSpPr>
        <p:spPr>
          <a:xfrm>
            <a:off x="716900" y="1051849"/>
            <a:ext cx="77040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algn="ctr" rtl="0">
              <a:spcBef>
                <a:spcPts val="0"/>
              </a:spcBef>
              <a:spcAft>
                <a:spcPts val="0"/>
              </a:spcAft>
              <a:buSzPts val="1600"/>
              <a:buFont typeface="Mulish SemiBold"/>
              <a:buAutoNum type="arabicPeriod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rabicPeriod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alphaLcPeriod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Roboto Condensed Light"/>
              <a:buAutoNum type="romanLcPeriod"/>
              <a:defRPr sz="1600"/>
            </a:lvl9pPr>
          </a:lstStyle>
          <a:p/>
        </p:txBody>
      </p:sp>
      <p:grpSp>
        <p:nvGrpSpPr>
          <p:cNvPr id="38" name="Google Shape;38;p4"/>
          <p:cNvGrpSpPr/>
          <p:nvPr/>
        </p:nvGrpSpPr>
        <p:grpSpPr>
          <a:xfrm flipH="1"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39" name="Google Shape;39;p4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40;p4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4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2" name="Google Shape;42;p4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3" name="Google Shape;43;p4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4" name="Google Shape;44;p4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5" name="Google Shape;45;p4"/>
          <p:cNvSpPr/>
          <p:nvPr/>
        </p:nvSpPr>
        <p:spPr>
          <a:xfrm>
            <a:off x="205900" y="44152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Google Shape;46;p4"/>
          <p:cNvSpPr/>
          <p:nvPr/>
        </p:nvSpPr>
        <p:spPr>
          <a:xfrm>
            <a:off x="8753000" y="543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903488" y="1255375"/>
            <a:ext cx="3534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5"/>
          <p:cNvSpPr txBox="1"/>
          <p:nvPr>
            <p:ph type="title" idx="2"/>
          </p:nvPr>
        </p:nvSpPr>
        <p:spPr>
          <a:xfrm>
            <a:off x="4706867" y="1255375"/>
            <a:ext cx="3534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 b="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5"/>
          <p:cNvSpPr txBox="1"/>
          <p:nvPr>
            <p:ph type="subTitle" idx="1"/>
          </p:nvPr>
        </p:nvSpPr>
        <p:spPr>
          <a:xfrm>
            <a:off x="4706861" y="1523149"/>
            <a:ext cx="3534000" cy="25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ato"/>
              <a:buChar char="■"/>
              <a:defRPr/>
            </a:lvl9pPr>
          </a:lstStyle>
          <a:p/>
        </p:txBody>
      </p:sp>
      <p:sp>
        <p:nvSpPr>
          <p:cNvPr id="51" name="Google Shape;51;p5"/>
          <p:cNvSpPr txBox="1"/>
          <p:nvPr>
            <p:ph type="subTitle" idx="3"/>
          </p:nvPr>
        </p:nvSpPr>
        <p:spPr>
          <a:xfrm>
            <a:off x="903133" y="1523149"/>
            <a:ext cx="3534600" cy="25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52" name="Google Shape;52;p5"/>
          <p:cNvSpPr txBox="1"/>
          <p:nvPr>
            <p:ph type="title" idx="4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53" name="Google Shape;53;p5"/>
          <p:cNvGrpSpPr/>
          <p:nvPr/>
        </p:nvGrpSpPr>
        <p:grpSpPr>
          <a:xfrm flipH="1"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54" name="Google Shape;54;p5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Google Shape;55;p5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6" name="Google Shape;56;p5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7" name="Google Shape;57;p5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5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5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5"/>
          <p:cNvSpPr/>
          <p:nvPr/>
        </p:nvSpPr>
        <p:spPr>
          <a:xfrm>
            <a:off x="8744000" y="5475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6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63" name="Google Shape;63;p6"/>
          <p:cNvGrpSpPr/>
          <p:nvPr/>
        </p:nvGrpSpPr>
        <p:grpSpPr>
          <a:xfrm flipH="1"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64" name="Google Shape;64;p6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6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6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7" name="Google Shape;67;p6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8" name="Google Shape;68;p6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9" name="Google Shape;69;p6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0" name="Google Shape;70;p6"/>
          <p:cNvSpPr/>
          <p:nvPr/>
        </p:nvSpPr>
        <p:spPr>
          <a:xfrm>
            <a:off x="214900" y="44143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1" name="Google Shape;71;p6"/>
          <p:cNvSpPr/>
          <p:nvPr/>
        </p:nvSpPr>
        <p:spPr>
          <a:xfrm>
            <a:off x="8744000" y="5475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>
            <p:ph type="body" idx="1"/>
          </p:nvPr>
        </p:nvSpPr>
        <p:spPr>
          <a:xfrm>
            <a:off x="1220250" y="1199050"/>
            <a:ext cx="67035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Hind Light"/>
              <a:buChar char="●"/>
              <a:defRPr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Font typeface="Hind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75" name="Google Shape;75;p7"/>
          <p:cNvGrpSpPr/>
          <p:nvPr/>
        </p:nvGrpSpPr>
        <p:grpSpPr>
          <a:xfrm flipH="1"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76" name="Google Shape;76;p7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7" name="Google Shape;77;p7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7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7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0" name="Google Shape;80;p7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1" name="Google Shape;81;p7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2" name="Google Shape;82;p7"/>
          <p:cNvSpPr/>
          <p:nvPr/>
        </p:nvSpPr>
        <p:spPr>
          <a:xfrm>
            <a:off x="205900" y="44143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3" name="Google Shape;83;p7"/>
          <p:cNvSpPr/>
          <p:nvPr/>
        </p:nvSpPr>
        <p:spPr>
          <a:xfrm>
            <a:off x="8744000" y="5475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 txBox="1"/>
          <p:nvPr>
            <p:ph type="title"/>
          </p:nvPr>
        </p:nvSpPr>
        <p:spPr>
          <a:xfrm>
            <a:off x="2241450" y="1513350"/>
            <a:ext cx="4661100" cy="21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6" name="Google Shape;86;p8"/>
          <p:cNvSpPr/>
          <p:nvPr/>
        </p:nvSpPr>
        <p:spPr>
          <a:xfrm>
            <a:off x="208038" y="162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7" name="Google Shape;87;p8"/>
          <p:cNvSpPr/>
          <p:nvPr/>
        </p:nvSpPr>
        <p:spPr>
          <a:xfrm>
            <a:off x="8753413" y="47766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88" name="Google Shape;88;p8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89" name="Google Shape;89;p8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0" name="Google Shape;90;p8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8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8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8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4" name="Google Shape;94;p8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9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97" name="Google Shape;97;p9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8" name="Google Shape;98;p9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9" name="Google Shape;99;p9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0" name="Google Shape;100;p9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1" name="Google Shape;101;p9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2" name="Google Shape;102;p9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03" name="Google Shape;103;p9"/>
          <p:cNvSpPr txBox="1"/>
          <p:nvPr>
            <p:ph type="title"/>
          </p:nvPr>
        </p:nvSpPr>
        <p:spPr>
          <a:xfrm>
            <a:off x="1119450" y="1490388"/>
            <a:ext cx="6905100" cy="1035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04" name="Google Shape;104;p9"/>
          <p:cNvSpPr txBox="1"/>
          <p:nvPr>
            <p:ph type="subTitle" idx="1"/>
          </p:nvPr>
        </p:nvSpPr>
        <p:spPr>
          <a:xfrm>
            <a:off x="1119450" y="2560623"/>
            <a:ext cx="6905100" cy="91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9"/>
          <p:cNvSpPr/>
          <p:nvPr/>
        </p:nvSpPr>
        <p:spPr>
          <a:xfrm>
            <a:off x="205900" y="47962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6" name="Google Shape;106;p9"/>
          <p:cNvSpPr/>
          <p:nvPr/>
        </p:nvSpPr>
        <p:spPr>
          <a:xfrm>
            <a:off x="205900" y="162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7" name="Google Shape;107;p9"/>
          <p:cNvSpPr/>
          <p:nvPr/>
        </p:nvSpPr>
        <p:spPr>
          <a:xfrm>
            <a:off x="8753000" y="47962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8" name="Google Shape;108;p9"/>
          <p:cNvSpPr/>
          <p:nvPr/>
        </p:nvSpPr>
        <p:spPr>
          <a:xfrm>
            <a:off x="8753000" y="162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"/>
          <p:cNvSpPr/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11" name="Google Shape;111;p10"/>
          <p:cNvSpPr txBox="1"/>
          <p:nvPr>
            <p:ph type="title"/>
          </p:nvPr>
        </p:nvSpPr>
        <p:spPr>
          <a:xfrm>
            <a:off x="5065600" y="3592925"/>
            <a:ext cx="3365100" cy="10065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highlight>
                  <a:schemeClr val="dk2"/>
                </a:highlight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1"/>
          <p:cNvSpPr txBox="1"/>
          <p:nvPr>
            <p:ph type="title" hasCustomPrompt="1"/>
          </p:nvPr>
        </p:nvSpPr>
        <p:spPr>
          <a:xfrm>
            <a:off x="998550" y="1476634"/>
            <a:ext cx="7146900" cy="138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4" name="Google Shape;114;p11"/>
          <p:cNvSpPr txBox="1"/>
          <p:nvPr>
            <p:ph type="subTitle" idx="1"/>
          </p:nvPr>
        </p:nvSpPr>
        <p:spPr>
          <a:xfrm>
            <a:off x="996750" y="3301166"/>
            <a:ext cx="71505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115" name="Google Shape;115;p11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116" name="Google Shape;116;p11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117;p11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11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9" name="Google Shape;119;p11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0" name="Google Shape;120;p11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1" name="Google Shape;121;p11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2" name="Google Shape;122;p11"/>
          <p:cNvSpPr/>
          <p:nvPr/>
        </p:nvSpPr>
        <p:spPr>
          <a:xfrm>
            <a:off x="8743137" y="47685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11"/>
          <p:cNvSpPr/>
          <p:nvPr/>
        </p:nvSpPr>
        <p:spPr>
          <a:xfrm>
            <a:off x="238454" y="162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bg>
      <p:bgPr>
        <a:solidFill>
          <a:srgbClr val="FFFFFF"/>
        </a:solidFill>
        <a:effectLst/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/>
          <p:nvPr>
            <p:ph type="title"/>
          </p:nvPr>
        </p:nvSpPr>
        <p:spPr>
          <a:xfrm>
            <a:off x="1989545" y="1245271"/>
            <a:ext cx="2437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7" name="Google Shape;127;p13"/>
          <p:cNvSpPr txBox="1"/>
          <p:nvPr>
            <p:ph type="subTitle" idx="1"/>
          </p:nvPr>
        </p:nvSpPr>
        <p:spPr>
          <a:xfrm>
            <a:off x="1989545" y="1465192"/>
            <a:ext cx="2437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3"/>
          <p:cNvSpPr txBox="1"/>
          <p:nvPr>
            <p:ph type="title" idx="2"/>
          </p:nvPr>
        </p:nvSpPr>
        <p:spPr>
          <a:xfrm flipH="1">
            <a:off x="5556645" y="1245262"/>
            <a:ext cx="24378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9" name="Google Shape;129;p13"/>
          <p:cNvSpPr txBox="1"/>
          <p:nvPr>
            <p:ph type="subTitle" idx="3"/>
          </p:nvPr>
        </p:nvSpPr>
        <p:spPr>
          <a:xfrm flipH="1">
            <a:off x="5556633" y="1465183"/>
            <a:ext cx="2437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13"/>
          <p:cNvSpPr txBox="1"/>
          <p:nvPr>
            <p:ph type="title" idx="4" hasCustomPrompt="1"/>
          </p:nvPr>
        </p:nvSpPr>
        <p:spPr>
          <a:xfrm>
            <a:off x="1161705" y="1253050"/>
            <a:ext cx="759000" cy="759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1" name="Google Shape;131;p13"/>
          <p:cNvSpPr txBox="1"/>
          <p:nvPr>
            <p:ph type="title" idx="5" hasCustomPrompt="1"/>
          </p:nvPr>
        </p:nvSpPr>
        <p:spPr>
          <a:xfrm flipH="1">
            <a:off x="4719730" y="1253050"/>
            <a:ext cx="759000" cy="759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2" name="Google Shape;132;p13"/>
          <p:cNvSpPr txBox="1"/>
          <p:nvPr>
            <p:ph type="title" idx="6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>
            <p:ph type="title" idx="7"/>
          </p:nvPr>
        </p:nvSpPr>
        <p:spPr>
          <a:xfrm>
            <a:off x="1989545" y="2324700"/>
            <a:ext cx="2437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type="subTitle" idx="8"/>
          </p:nvPr>
        </p:nvSpPr>
        <p:spPr>
          <a:xfrm>
            <a:off x="1989545" y="2542726"/>
            <a:ext cx="2437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3"/>
          <p:cNvSpPr txBox="1"/>
          <p:nvPr>
            <p:ph type="title" idx="9"/>
          </p:nvPr>
        </p:nvSpPr>
        <p:spPr>
          <a:xfrm flipH="1">
            <a:off x="5556645" y="2326691"/>
            <a:ext cx="24378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3"/>
          <p:cNvSpPr txBox="1"/>
          <p:nvPr>
            <p:ph type="subTitle" idx="13"/>
          </p:nvPr>
        </p:nvSpPr>
        <p:spPr>
          <a:xfrm flipH="1">
            <a:off x="5556633" y="2542726"/>
            <a:ext cx="2437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3"/>
          <p:cNvSpPr txBox="1"/>
          <p:nvPr>
            <p:ph type="title" idx="14" hasCustomPrompt="1"/>
          </p:nvPr>
        </p:nvSpPr>
        <p:spPr>
          <a:xfrm>
            <a:off x="1161705" y="2324700"/>
            <a:ext cx="759000" cy="759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8" name="Google Shape;138;p13"/>
          <p:cNvSpPr txBox="1"/>
          <p:nvPr>
            <p:ph type="title" idx="15" hasCustomPrompt="1"/>
          </p:nvPr>
        </p:nvSpPr>
        <p:spPr>
          <a:xfrm flipH="1">
            <a:off x="4719730" y="2324700"/>
            <a:ext cx="759000" cy="759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/>
          <p:nvPr>
            <p:ph type="title" idx="16"/>
          </p:nvPr>
        </p:nvSpPr>
        <p:spPr>
          <a:xfrm>
            <a:off x="1989545" y="3393490"/>
            <a:ext cx="2437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0" name="Google Shape;140;p13"/>
          <p:cNvSpPr txBox="1"/>
          <p:nvPr>
            <p:ph type="subTitle" idx="17"/>
          </p:nvPr>
        </p:nvSpPr>
        <p:spPr>
          <a:xfrm>
            <a:off x="1989545" y="3609524"/>
            <a:ext cx="24378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3"/>
          <p:cNvSpPr txBox="1"/>
          <p:nvPr>
            <p:ph type="title" idx="18"/>
          </p:nvPr>
        </p:nvSpPr>
        <p:spPr>
          <a:xfrm flipH="1">
            <a:off x="5556645" y="3393491"/>
            <a:ext cx="24378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2" name="Google Shape;142;p13"/>
          <p:cNvSpPr txBox="1"/>
          <p:nvPr>
            <p:ph type="subTitle" idx="19"/>
          </p:nvPr>
        </p:nvSpPr>
        <p:spPr>
          <a:xfrm flipH="1">
            <a:off x="5556633" y="3609526"/>
            <a:ext cx="2437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3"/>
          <p:cNvSpPr txBox="1"/>
          <p:nvPr>
            <p:ph type="title" idx="20" hasCustomPrompt="1"/>
          </p:nvPr>
        </p:nvSpPr>
        <p:spPr>
          <a:xfrm>
            <a:off x="1161705" y="3396350"/>
            <a:ext cx="759000" cy="759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4" name="Google Shape;144;p13"/>
          <p:cNvSpPr txBox="1"/>
          <p:nvPr>
            <p:ph type="title" idx="21" hasCustomPrompt="1"/>
          </p:nvPr>
        </p:nvSpPr>
        <p:spPr>
          <a:xfrm flipH="1">
            <a:off x="4719730" y="3396350"/>
            <a:ext cx="759000" cy="7590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45" name="Google Shape;145;p13"/>
          <p:cNvSpPr/>
          <p:nvPr/>
        </p:nvSpPr>
        <p:spPr>
          <a:xfrm rot="10800000" flipH="1">
            <a:off x="205900" y="543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6" name="Google Shape;146;p13"/>
          <p:cNvSpPr/>
          <p:nvPr/>
        </p:nvSpPr>
        <p:spPr>
          <a:xfrm rot="10800000" flipH="1">
            <a:off x="8753000" y="44152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47" name="Google Shape;147;p13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148" name="Google Shape;148;p13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p13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13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" name="Google Shape;151;p13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" name="Google Shape;152;p13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" name="Google Shape;153;p13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4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type="title"/>
          </p:nvPr>
        </p:nvSpPr>
        <p:spPr>
          <a:xfrm>
            <a:off x="1107209" y="3099292"/>
            <a:ext cx="6929700" cy="457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6" name="Google Shape;156;p14"/>
          <p:cNvSpPr txBox="1"/>
          <p:nvPr>
            <p:ph type="subTitle" idx="1"/>
          </p:nvPr>
        </p:nvSpPr>
        <p:spPr>
          <a:xfrm>
            <a:off x="1105950" y="1414533"/>
            <a:ext cx="6932100" cy="162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4"/>
          <p:cNvSpPr/>
          <p:nvPr/>
        </p:nvSpPr>
        <p:spPr>
          <a:xfrm>
            <a:off x="205900" y="42883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8" name="Google Shape;158;p14"/>
          <p:cNvSpPr/>
          <p:nvPr/>
        </p:nvSpPr>
        <p:spPr>
          <a:xfrm>
            <a:off x="8735000" y="6586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59" name="Google Shape;159;p14"/>
          <p:cNvGrpSpPr/>
          <p:nvPr/>
        </p:nvGrpSpPr>
        <p:grpSpPr>
          <a:xfrm rot="10800000" flipH="1"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160" name="Google Shape;160;p14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" name="Google Shape;161;p14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" name="Google Shape;162;p14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" name="Google Shape;163;p14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" name="Google Shape;164;p14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5" name="Google Shape;165;p14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2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68" name="Google Shape;168;p15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169" name="Google Shape;169;p15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15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171;p15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2" name="Google Shape;172;p15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3" name="Google Shape;173;p15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4" name="Google Shape;174;p15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5" name="Google Shape;175;p15"/>
          <p:cNvSpPr/>
          <p:nvPr/>
        </p:nvSpPr>
        <p:spPr>
          <a:xfrm>
            <a:off x="8752138" y="44143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15"/>
          <p:cNvSpPr/>
          <p:nvPr/>
        </p:nvSpPr>
        <p:spPr>
          <a:xfrm>
            <a:off x="206763" y="5475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">
  <p:cSld name="CUSTOM_4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947658" y="1752050"/>
            <a:ext cx="26634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79" name="Google Shape;179;p16"/>
          <p:cNvSpPr txBox="1"/>
          <p:nvPr>
            <p:ph type="subTitle" idx="1"/>
          </p:nvPr>
        </p:nvSpPr>
        <p:spPr>
          <a:xfrm>
            <a:off x="948117" y="2300750"/>
            <a:ext cx="2662500" cy="10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0" name="Google Shape;180;p16"/>
          <p:cNvGrpSpPr/>
          <p:nvPr/>
        </p:nvGrpSpPr>
        <p:grpSpPr>
          <a:xfrm flipH="1"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181" name="Google Shape;181;p16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2" name="Google Shape;182;p16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3" name="Google Shape;183;p16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16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5" name="Google Shape;185;p16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6" name="Google Shape;186;p16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7" name="Google Shape;187;p16"/>
          <p:cNvSpPr/>
          <p:nvPr/>
        </p:nvSpPr>
        <p:spPr>
          <a:xfrm>
            <a:off x="222175" y="162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" name="Google Shape;188;p16"/>
          <p:cNvSpPr/>
          <p:nvPr/>
        </p:nvSpPr>
        <p:spPr>
          <a:xfrm>
            <a:off x="8743125" y="6586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_1"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/>
          <p:nvPr>
            <p:ph type="title"/>
          </p:nvPr>
        </p:nvSpPr>
        <p:spPr>
          <a:xfrm>
            <a:off x="1128652" y="1277125"/>
            <a:ext cx="3612600" cy="144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1" name="Google Shape;191;p17"/>
          <p:cNvSpPr txBox="1"/>
          <p:nvPr>
            <p:ph type="subTitle" idx="1"/>
          </p:nvPr>
        </p:nvSpPr>
        <p:spPr>
          <a:xfrm>
            <a:off x="1129400" y="2814875"/>
            <a:ext cx="3611100" cy="105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7"/>
          <p:cNvSpPr/>
          <p:nvPr>
            <p:ph type="pic" idx="2"/>
          </p:nvPr>
        </p:nvSpPr>
        <p:spPr>
          <a:xfrm>
            <a:off x="5105948" y="1117050"/>
            <a:ext cx="2909400" cy="2909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7"/>
          <p:cNvSpPr/>
          <p:nvPr/>
        </p:nvSpPr>
        <p:spPr>
          <a:xfrm>
            <a:off x="202688" y="6667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4" name="Google Shape;194;p17"/>
          <p:cNvSpPr/>
          <p:nvPr/>
        </p:nvSpPr>
        <p:spPr>
          <a:xfrm>
            <a:off x="8756213" y="431278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95" name="Google Shape;195;p17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196" name="Google Shape;196;p17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7" name="Google Shape;197;p17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8" name="Google Shape;198;p17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9" name="Google Shape;199;p17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0" name="Google Shape;200;p17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17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_1_1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/>
          <p:nvPr>
            <p:ph type="body" idx="1"/>
          </p:nvPr>
        </p:nvSpPr>
        <p:spPr>
          <a:xfrm>
            <a:off x="2296350" y="1338525"/>
            <a:ext cx="4551300" cy="245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 Light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204" name="Google Shape;204;p18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05" name="Google Shape;205;p18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206" name="Google Shape;206;p18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7" name="Google Shape;207;p18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8" name="Google Shape;208;p18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9" name="Google Shape;209;p18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0" name="Google Shape;210;p18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1" name="Google Shape;211;p18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2" name="Google Shape;212;p18"/>
          <p:cNvSpPr/>
          <p:nvPr/>
        </p:nvSpPr>
        <p:spPr>
          <a:xfrm flipH="1">
            <a:off x="8744000" y="44143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3" name="Google Shape;213;p18"/>
          <p:cNvSpPr/>
          <p:nvPr/>
        </p:nvSpPr>
        <p:spPr>
          <a:xfrm flipH="1">
            <a:off x="214900" y="5475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4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9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16" name="Google Shape;216;p19"/>
          <p:cNvSpPr txBox="1"/>
          <p:nvPr>
            <p:ph type="subTitle" idx="1"/>
          </p:nvPr>
        </p:nvSpPr>
        <p:spPr>
          <a:xfrm>
            <a:off x="721879" y="3051300"/>
            <a:ext cx="2501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7" name="Google Shape;217;p19"/>
          <p:cNvSpPr txBox="1"/>
          <p:nvPr>
            <p:ph type="subTitle" idx="2"/>
          </p:nvPr>
        </p:nvSpPr>
        <p:spPr>
          <a:xfrm>
            <a:off x="3321150" y="3051300"/>
            <a:ext cx="2501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8" name="Google Shape;218;p19"/>
          <p:cNvSpPr txBox="1"/>
          <p:nvPr>
            <p:ph type="subTitle" idx="3"/>
          </p:nvPr>
        </p:nvSpPr>
        <p:spPr>
          <a:xfrm>
            <a:off x="5920421" y="3051300"/>
            <a:ext cx="25017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9" name="Google Shape;219;p19"/>
          <p:cNvSpPr txBox="1"/>
          <p:nvPr>
            <p:ph type="title" idx="4"/>
          </p:nvPr>
        </p:nvSpPr>
        <p:spPr>
          <a:xfrm>
            <a:off x="719929" y="2755644"/>
            <a:ext cx="25056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0" name="Google Shape;220;p19"/>
          <p:cNvSpPr txBox="1"/>
          <p:nvPr>
            <p:ph type="title" idx="5"/>
          </p:nvPr>
        </p:nvSpPr>
        <p:spPr>
          <a:xfrm>
            <a:off x="3319200" y="2755644"/>
            <a:ext cx="25056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1" name="Google Shape;221;p19"/>
          <p:cNvSpPr txBox="1"/>
          <p:nvPr>
            <p:ph type="title" idx="6"/>
          </p:nvPr>
        </p:nvSpPr>
        <p:spPr>
          <a:xfrm>
            <a:off x="5918471" y="2755644"/>
            <a:ext cx="25056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22" name="Google Shape;222;p19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223" name="Google Shape;223;p19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4" name="Google Shape;224;p19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5" name="Google Shape;225;p19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19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19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8" name="Google Shape;228;p19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9" name="Google Shape;229;p19"/>
          <p:cNvSpPr/>
          <p:nvPr/>
        </p:nvSpPr>
        <p:spPr>
          <a:xfrm>
            <a:off x="8739938" y="44143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0" name="Google Shape;230;p19"/>
          <p:cNvSpPr/>
          <p:nvPr/>
        </p:nvSpPr>
        <p:spPr>
          <a:xfrm>
            <a:off x="218988" y="5475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5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>
            <p:ph type="body" idx="1"/>
          </p:nvPr>
        </p:nvSpPr>
        <p:spPr>
          <a:xfrm>
            <a:off x="794950" y="1119050"/>
            <a:ext cx="3749400" cy="34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30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33" name="Google Shape;233;p20"/>
          <p:cNvSpPr txBox="1"/>
          <p:nvPr>
            <p:ph type="body" idx="2"/>
          </p:nvPr>
        </p:nvSpPr>
        <p:spPr>
          <a:xfrm>
            <a:off x="4599650" y="1119060"/>
            <a:ext cx="3749400" cy="34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2pPr>
            <a:lvl3pPr marL="1371600" lvl="2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3pPr>
            <a:lvl4pPr marL="1828800" lvl="3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4pPr>
            <a:lvl5pPr marL="2286000" lvl="4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5pPr>
            <a:lvl6pPr marL="2743200" lvl="5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6pPr>
            <a:lvl7pPr marL="3200400" lvl="6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7pPr>
            <a:lvl8pPr marL="3657600" lvl="7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 sz="1600"/>
            </a:lvl8pPr>
            <a:lvl9pPr marL="4114800" lvl="8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■"/>
              <a:defRPr sz="1600"/>
            </a:lvl9pPr>
          </a:lstStyle>
          <a:p/>
        </p:txBody>
      </p:sp>
      <p:sp>
        <p:nvSpPr>
          <p:cNvPr id="234" name="Google Shape;234;p20"/>
          <p:cNvSpPr txBox="1"/>
          <p:nvPr>
            <p:ph type="title"/>
          </p:nvPr>
        </p:nvSpPr>
        <p:spPr>
          <a:xfrm>
            <a:off x="717750" y="365760"/>
            <a:ext cx="7708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5" name="Google Shape;235;p20"/>
          <p:cNvSpPr/>
          <p:nvPr/>
        </p:nvSpPr>
        <p:spPr>
          <a:xfrm>
            <a:off x="8735000" y="44143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36" name="Google Shape;236;p20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237" name="Google Shape;237;p20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8" name="Google Shape;238;p20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9" name="Google Shape;239;p20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0" name="Google Shape;240;p20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20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2" name="Google Shape;242;p20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3" name="Google Shape;243;p20"/>
          <p:cNvSpPr/>
          <p:nvPr/>
        </p:nvSpPr>
        <p:spPr>
          <a:xfrm flipH="1">
            <a:off x="214900" y="5475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CUSTOM_14_1_1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/>
          <p:nvPr>
            <p:ph type="title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6" name="Google Shape;246;p21"/>
          <p:cNvSpPr txBox="1"/>
          <p:nvPr>
            <p:ph type="subTitle" idx="1"/>
          </p:nvPr>
        </p:nvSpPr>
        <p:spPr>
          <a:xfrm>
            <a:off x="3097202" y="1557471"/>
            <a:ext cx="3855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7" name="Google Shape;247;p21"/>
          <p:cNvSpPr txBox="1"/>
          <p:nvPr>
            <p:ph type="subTitle" idx="2"/>
          </p:nvPr>
        </p:nvSpPr>
        <p:spPr>
          <a:xfrm>
            <a:off x="3097202" y="2627421"/>
            <a:ext cx="3855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8" name="Google Shape;248;p21"/>
          <p:cNvSpPr txBox="1"/>
          <p:nvPr>
            <p:ph type="subTitle" idx="3"/>
          </p:nvPr>
        </p:nvSpPr>
        <p:spPr>
          <a:xfrm>
            <a:off x="3097202" y="3700365"/>
            <a:ext cx="3855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9" name="Google Shape;249;p21"/>
          <p:cNvSpPr txBox="1"/>
          <p:nvPr>
            <p:ph type="title" idx="4"/>
          </p:nvPr>
        </p:nvSpPr>
        <p:spPr>
          <a:xfrm>
            <a:off x="3097202" y="1344028"/>
            <a:ext cx="3861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0" name="Google Shape;250;p21"/>
          <p:cNvSpPr txBox="1"/>
          <p:nvPr>
            <p:ph type="title" idx="5"/>
          </p:nvPr>
        </p:nvSpPr>
        <p:spPr>
          <a:xfrm>
            <a:off x="3097202" y="2413978"/>
            <a:ext cx="3861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1" name="Google Shape;251;p21"/>
          <p:cNvSpPr txBox="1"/>
          <p:nvPr>
            <p:ph type="title" idx="6"/>
          </p:nvPr>
        </p:nvSpPr>
        <p:spPr>
          <a:xfrm>
            <a:off x="3097202" y="3486922"/>
            <a:ext cx="3861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grpSp>
        <p:nvGrpSpPr>
          <p:cNvPr id="252" name="Google Shape;252;p21"/>
          <p:cNvGrpSpPr/>
          <p:nvPr/>
        </p:nvGrpSpPr>
        <p:grpSpPr>
          <a:xfrm flipH="1"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253" name="Google Shape;253;p21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4" name="Google Shape;254;p21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1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6" name="Google Shape;256;p21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7" name="Google Shape;257;p21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8" name="Google Shape;258;p21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9" name="Google Shape;259;p21"/>
          <p:cNvSpPr/>
          <p:nvPr/>
        </p:nvSpPr>
        <p:spPr>
          <a:xfrm>
            <a:off x="205900" y="44152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0" name="Google Shape;260;p21"/>
          <p:cNvSpPr/>
          <p:nvPr/>
        </p:nvSpPr>
        <p:spPr>
          <a:xfrm>
            <a:off x="8753000" y="543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/>
          <p:nvPr>
            <p:ph type="title"/>
          </p:nvPr>
        </p:nvSpPr>
        <p:spPr>
          <a:xfrm>
            <a:off x="2327678" y="1603407"/>
            <a:ext cx="19782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3" name="Google Shape;263;p22"/>
          <p:cNvSpPr txBox="1"/>
          <p:nvPr>
            <p:ph type="subTitle" idx="1"/>
          </p:nvPr>
        </p:nvSpPr>
        <p:spPr>
          <a:xfrm>
            <a:off x="2327678" y="1814827"/>
            <a:ext cx="1978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2"/>
          <p:cNvSpPr txBox="1"/>
          <p:nvPr>
            <p:ph type="title" idx="2"/>
          </p:nvPr>
        </p:nvSpPr>
        <p:spPr>
          <a:xfrm>
            <a:off x="5683559" y="1603407"/>
            <a:ext cx="19782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5" name="Google Shape;265;p22"/>
          <p:cNvSpPr txBox="1"/>
          <p:nvPr>
            <p:ph type="subTitle" idx="3"/>
          </p:nvPr>
        </p:nvSpPr>
        <p:spPr>
          <a:xfrm>
            <a:off x="5683559" y="1814827"/>
            <a:ext cx="1978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22"/>
          <p:cNvSpPr txBox="1"/>
          <p:nvPr>
            <p:ph type="title" idx="4"/>
          </p:nvPr>
        </p:nvSpPr>
        <p:spPr>
          <a:xfrm>
            <a:off x="2327678" y="3128659"/>
            <a:ext cx="19752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7" name="Google Shape;267;p22"/>
          <p:cNvSpPr txBox="1"/>
          <p:nvPr>
            <p:ph type="subTitle" idx="5"/>
          </p:nvPr>
        </p:nvSpPr>
        <p:spPr>
          <a:xfrm>
            <a:off x="2327678" y="3340079"/>
            <a:ext cx="1978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8" name="Google Shape;268;p22"/>
          <p:cNvSpPr txBox="1"/>
          <p:nvPr>
            <p:ph type="title" idx="6"/>
          </p:nvPr>
        </p:nvSpPr>
        <p:spPr>
          <a:xfrm>
            <a:off x="5683559" y="3128659"/>
            <a:ext cx="19782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9" name="Google Shape;269;p22"/>
          <p:cNvSpPr txBox="1"/>
          <p:nvPr>
            <p:ph type="subTitle" idx="7"/>
          </p:nvPr>
        </p:nvSpPr>
        <p:spPr>
          <a:xfrm>
            <a:off x="5683559" y="3340079"/>
            <a:ext cx="19782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0" name="Google Shape;270;p22"/>
          <p:cNvSpPr txBox="1"/>
          <p:nvPr>
            <p:ph type="title" idx="8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71" name="Google Shape;271;p22"/>
          <p:cNvSpPr/>
          <p:nvPr/>
        </p:nvSpPr>
        <p:spPr>
          <a:xfrm>
            <a:off x="8744000" y="44143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2" name="Google Shape;272;p22"/>
          <p:cNvSpPr/>
          <p:nvPr/>
        </p:nvSpPr>
        <p:spPr>
          <a:xfrm>
            <a:off x="214900" y="5475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73" name="Google Shape;273;p22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274" name="Google Shape;274;p22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5" name="Google Shape;275;p22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6" name="Google Shape;276;p22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7" name="Google Shape;277;p22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2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Google Shape;279;p22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3"/>
          <p:cNvSpPr txBox="1"/>
          <p:nvPr>
            <p:ph type="title"/>
          </p:nvPr>
        </p:nvSpPr>
        <p:spPr>
          <a:xfrm>
            <a:off x="2262479" y="1222775"/>
            <a:ext cx="2224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type="subTitle" idx="1"/>
          </p:nvPr>
        </p:nvSpPr>
        <p:spPr>
          <a:xfrm>
            <a:off x="2262479" y="1431814"/>
            <a:ext cx="2224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23"/>
          <p:cNvSpPr txBox="1"/>
          <p:nvPr>
            <p:ph type="title" idx="2"/>
          </p:nvPr>
        </p:nvSpPr>
        <p:spPr>
          <a:xfrm>
            <a:off x="5819098" y="1222775"/>
            <a:ext cx="2224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type="subTitle" idx="3"/>
          </p:nvPr>
        </p:nvSpPr>
        <p:spPr>
          <a:xfrm>
            <a:off x="5819098" y="1431814"/>
            <a:ext cx="2224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23"/>
          <p:cNvSpPr txBox="1"/>
          <p:nvPr>
            <p:ph type="title" idx="4"/>
          </p:nvPr>
        </p:nvSpPr>
        <p:spPr>
          <a:xfrm>
            <a:off x="2262479" y="2395108"/>
            <a:ext cx="2224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type="subTitle" idx="5"/>
          </p:nvPr>
        </p:nvSpPr>
        <p:spPr>
          <a:xfrm>
            <a:off x="2262479" y="2604147"/>
            <a:ext cx="2224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7" name="Google Shape;287;p23"/>
          <p:cNvSpPr txBox="1"/>
          <p:nvPr>
            <p:ph type="title" idx="6"/>
          </p:nvPr>
        </p:nvSpPr>
        <p:spPr>
          <a:xfrm>
            <a:off x="5819098" y="2395108"/>
            <a:ext cx="2224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8" name="Google Shape;288;p23"/>
          <p:cNvSpPr txBox="1"/>
          <p:nvPr>
            <p:ph type="subTitle" idx="7"/>
          </p:nvPr>
        </p:nvSpPr>
        <p:spPr>
          <a:xfrm>
            <a:off x="5819098" y="2604147"/>
            <a:ext cx="2224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9" name="Google Shape;289;p23"/>
          <p:cNvSpPr txBox="1"/>
          <p:nvPr>
            <p:ph type="title" idx="8"/>
          </p:nvPr>
        </p:nvSpPr>
        <p:spPr>
          <a:xfrm>
            <a:off x="5819098" y="3574686"/>
            <a:ext cx="2224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0" name="Google Shape;290;p23"/>
          <p:cNvSpPr txBox="1"/>
          <p:nvPr>
            <p:ph type="subTitle" idx="9"/>
          </p:nvPr>
        </p:nvSpPr>
        <p:spPr>
          <a:xfrm>
            <a:off x="5819098" y="3783725"/>
            <a:ext cx="2224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1" name="Google Shape;291;p23"/>
          <p:cNvSpPr txBox="1"/>
          <p:nvPr>
            <p:ph type="title" idx="13"/>
          </p:nvPr>
        </p:nvSpPr>
        <p:spPr>
          <a:xfrm>
            <a:off x="2262479" y="3574686"/>
            <a:ext cx="22245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2" name="Google Shape;292;p23"/>
          <p:cNvSpPr txBox="1"/>
          <p:nvPr>
            <p:ph type="subTitle" idx="14"/>
          </p:nvPr>
        </p:nvSpPr>
        <p:spPr>
          <a:xfrm>
            <a:off x="2262479" y="3783725"/>
            <a:ext cx="22245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3" name="Google Shape;293;p23"/>
          <p:cNvSpPr txBox="1"/>
          <p:nvPr>
            <p:ph type="title" idx="15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294" name="Google Shape;294;p23"/>
          <p:cNvGrpSpPr/>
          <p:nvPr/>
        </p:nvGrpSpPr>
        <p:grpSpPr>
          <a:xfrm flipH="1"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295" name="Google Shape;295;p23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6" name="Google Shape;296;p23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7" name="Google Shape;297;p23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23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9" name="Google Shape;299;p23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0" name="Google Shape;300;p23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1" name="Google Shape;301;p23"/>
          <p:cNvSpPr/>
          <p:nvPr/>
        </p:nvSpPr>
        <p:spPr>
          <a:xfrm>
            <a:off x="214900" y="44143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2" name="Google Shape;302;p23"/>
          <p:cNvSpPr/>
          <p:nvPr/>
        </p:nvSpPr>
        <p:spPr>
          <a:xfrm>
            <a:off x="8744000" y="5475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 1">
  <p:cSld name="CUSTOM_7_1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 txBox="1"/>
          <p:nvPr>
            <p:ph type="title"/>
          </p:nvPr>
        </p:nvSpPr>
        <p:spPr>
          <a:xfrm>
            <a:off x="1023437" y="1915726"/>
            <a:ext cx="1986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5" name="Google Shape;305;p24"/>
          <p:cNvSpPr txBox="1"/>
          <p:nvPr>
            <p:ph type="subTitle" idx="1"/>
          </p:nvPr>
        </p:nvSpPr>
        <p:spPr>
          <a:xfrm>
            <a:off x="1023437" y="2145435"/>
            <a:ext cx="1986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6" name="Google Shape;306;p24"/>
          <p:cNvSpPr txBox="1"/>
          <p:nvPr>
            <p:ph type="title" idx="2"/>
          </p:nvPr>
        </p:nvSpPr>
        <p:spPr>
          <a:xfrm>
            <a:off x="3579000" y="1915726"/>
            <a:ext cx="1986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7" name="Google Shape;307;p24"/>
          <p:cNvSpPr txBox="1"/>
          <p:nvPr>
            <p:ph type="subTitle" idx="3"/>
          </p:nvPr>
        </p:nvSpPr>
        <p:spPr>
          <a:xfrm>
            <a:off x="3579000" y="2145435"/>
            <a:ext cx="1986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8" name="Google Shape;308;p24"/>
          <p:cNvSpPr txBox="1"/>
          <p:nvPr>
            <p:ph type="title" idx="4"/>
          </p:nvPr>
        </p:nvSpPr>
        <p:spPr>
          <a:xfrm>
            <a:off x="1023437" y="3713873"/>
            <a:ext cx="1986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type="subTitle" idx="5"/>
          </p:nvPr>
        </p:nvSpPr>
        <p:spPr>
          <a:xfrm>
            <a:off x="1023437" y="3944308"/>
            <a:ext cx="1986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0" name="Google Shape;310;p24"/>
          <p:cNvSpPr txBox="1"/>
          <p:nvPr>
            <p:ph type="title" idx="6"/>
          </p:nvPr>
        </p:nvSpPr>
        <p:spPr>
          <a:xfrm>
            <a:off x="3579000" y="3713873"/>
            <a:ext cx="1986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type="subTitle" idx="7"/>
          </p:nvPr>
        </p:nvSpPr>
        <p:spPr>
          <a:xfrm>
            <a:off x="3579000" y="3944308"/>
            <a:ext cx="1986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2" name="Google Shape;312;p24"/>
          <p:cNvSpPr txBox="1"/>
          <p:nvPr>
            <p:ph type="title" idx="8"/>
          </p:nvPr>
        </p:nvSpPr>
        <p:spPr>
          <a:xfrm>
            <a:off x="6134563" y="1915726"/>
            <a:ext cx="1986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type="subTitle" idx="9"/>
          </p:nvPr>
        </p:nvSpPr>
        <p:spPr>
          <a:xfrm>
            <a:off x="6134563" y="2145435"/>
            <a:ext cx="1986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4" name="Google Shape;314;p24"/>
          <p:cNvSpPr txBox="1"/>
          <p:nvPr>
            <p:ph type="title" idx="13"/>
          </p:nvPr>
        </p:nvSpPr>
        <p:spPr>
          <a:xfrm>
            <a:off x="6134563" y="3713873"/>
            <a:ext cx="1986000" cy="3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 b="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type="subTitle" idx="14"/>
          </p:nvPr>
        </p:nvSpPr>
        <p:spPr>
          <a:xfrm>
            <a:off x="6134563" y="3944308"/>
            <a:ext cx="1986000" cy="54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6" name="Google Shape;316;p24"/>
          <p:cNvSpPr txBox="1"/>
          <p:nvPr>
            <p:ph type="title" idx="15"/>
          </p:nvPr>
        </p:nvSpPr>
        <p:spPr>
          <a:xfrm>
            <a:off x="720000" y="365760"/>
            <a:ext cx="7704000" cy="548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7" name="Google Shape;317;p24"/>
          <p:cNvSpPr/>
          <p:nvPr/>
        </p:nvSpPr>
        <p:spPr>
          <a:xfrm>
            <a:off x="205900" y="44143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8" name="Google Shape;318;p24"/>
          <p:cNvSpPr/>
          <p:nvPr/>
        </p:nvSpPr>
        <p:spPr>
          <a:xfrm>
            <a:off x="8743125" y="44143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19" name="Google Shape;319;p24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320" name="Google Shape;320;p24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1" name="Google Shape;321;p24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2" name="Google Shape;322;p24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3" name="Google Shape;323;p24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4" name="Google Shape;324;p24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5" name="Google Shape;325;p24"/>
            <p:cNvCxnSpPr/>
            <p:nvPr/>
          </p:nvCxnSpPr>
          <p:spPr>
            <a:xfrm>
              <a:off x="-5900" y="4180488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5"/>
          <p:cNvSpPr txBox="1"/>
          <p:nvPr>
            <p:ph type="title" hasCustomPrompt="1"/>
          </p:nvPr>
        </p:nvSpPr>
        <p:spPr>
          <a:xfrm>
            <a:off x="2472600" y="714536"/>
            <a:ext cx="41988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28" name="Google Shape;328;p25"/>
          <p:cNvSpPr txBox="1"/>
          <p:nvPr>
            <p:ph type="subTitle" idx="1"/>
          </p:nvPr>
        </p:nvSpPr>
        <p:spPr>
          <a:xfrm>
            <a:off x="2472600" y="1352226"/>
            <a:ext cx="41988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 panose="020B0503020203020204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type="title" idx="2" hasCustomPrompt="1"/>
          </p:nvPr>
        </p:nvSpPr>
        <p:spPr>
          <a:xfrm>
            <a:off x="2472600" y="1858102"/>
            <a:ext cx="41988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0" name="Google Shape;330;p25"/>
          <p:cNvSpPr txBox="1"/>
          <p:nvPr>
            <p:ph type="subTitle" idx="3"/>
          </p:nvPr>
        </p:nvSpPr>
        <p:spPr>
          <a:xfrm>
            <a:off x="2472600" y="2496958"/>
            <a:ext cx="41988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 panose="020B0503020203020204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type="title" idx="4" hasCustomPrompt="1"/>
          </p:nvPr>
        </p:nvSpPr>
        <p:spPr>
          <a:xfrm>
            <a:off x="2472600" y="3104426"/>
            <a:ext cx="41988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332" name="Google Shape;332;p25"/>
          <p:cNvSpPr txBox="1"/>
          <p:nvPr>
            <p:ph type="subTitle" idx="5"/>
          </p:nvPr>
        </p:nvSpPr>
        <p:spPr>
          <a:xfrm>
            <a:off x="2472600" y="3744609"/>
            <a:ext cx="4198800" cy="365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 panose="020B0503020203020204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 panose="020B0503020203020204"/>
              <a:buNone/>
              <a:defRPr sz="2100">
                <a:latin typeface="PT Sans" panose="020B0503020203020204"/>
                <a:ea typeface="PT Sans" panose="020B0503020203020204"/>
                <a:cs typeface="PT Sans" panose="020B0503020203020204"/>
                <a:sym typeface="PT Sans" panose="020B0503020203020204"/>
              </a:defRPr>
            </a:lvl9pPr>
          </a:lstStyle>
          <a:p/>
        </p:txBody>
      </p:sp>
      <p:sp>
        <p:nvSpPr>
          <p:cNvPr id="333" name="Google Shape;333;p25"/>
          <p:cNvSpPr/>
          <p:nvPr/>
        </p:nvSpPr>
        <p:spPr>
          <a:xfrm>
            <a:off x="205900" y="47766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4" name="Google Shape;334;p25"/>
          <p:cNvSpPr/>
          <p:nvPr/>
        </p:nvSpPr>
        <p:spPr>
          <a:xfrm>
            <a:off x="8743150" y="1540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35" name="Google Shape;335;p25"/>
          <p:cNvGrpSpPr/>
          <p:nvPr/>
        </p:nvGrpSpPr>
        <p:grpSpPr>
          <a:xfrm flipH="1"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336" name="Google Shape;336;p25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7" name="Google Shape;337;p25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8" name="Google Shape;338;p25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9" name="Google Shape;339;p25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0" name="Google Shape;340;p25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1" name="Google Shape;341;p25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"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6"/>
          <p:cNvSpPr txBox="1"/>
          <p:nvPr>
            <p:ph type="title"/>
          </p:nvPr>
        </p:nvSpPr>
        <p:spPr>
          <a:xfrm>
            <a:off x="1898520" y="499850"/>
            <a:ext cx="53469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44" name="Google Shape;344;p26"/>
          <p:cNvSpPr txBox="1"/>
          <p:nvPr>
            <p:ph type="subTitle" idx="1"/>
          </p:nvPr>
        </p:nvSpPr>
        <p:spPr>
          <a:xfrm>
            <a:off x="1896600" y="1598392"/>
            <a:ext cx="53508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5" name="Google Shape;345;p26"/>
          <p:cNvSpPr txBox="1"/>
          <p:nvPr/>
        </p:nvSpPr>
        <p:spPr>
          <a:xfrm>
            <a:off x="1898982" y="3648503"/>
            <a:ext cx="53457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lt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CREDITS: This presentation template was created by </a:t>
            </a:r>
            <a:r>
              <a:rPr lang="en-GB" sz="1200" b="1">
                <a:solidFill>
                  <a:schemeClr val="lt1"/>
                </a:solidFill>
                <a:uFill>
                  <a:noFill/>
                </a:u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  <a:hlinkClick r:id="rId2"/>
              </a:rPr>
              <a:t>Slidesgo</a:t>
            </a:r>
            <a:r>
              <a:rPr lang="en-GB" sz="1200">
                <a:solidFill>
                  <a:schemeClr val="lt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, including icons by </a:t>
            </a:r>
            <a:r>
              <a:rPr lang="en-GB" sz="1200" b="1">
                <a:solidFill>
                  <a:schemeClr val="lt1"/>
                </a:solidFill>
                <a:uFill>
                  <a:noFill/>
                </a:u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  <a:hlinkClick r:id="rId3"/>
              </a:rPr>
              <a:t>Flaticon</a:t>
            </a:r>
            <a:r>
              <a:rPr lang="en-GB" sz="1200">
                <a:solidFill>
                  <a:schemeClr val="lt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, infographics &amp; images by </a:t>
            </a:r>
            <a:r>
              <a:rPr lang="en-GB" sz="1200" b="1">
                <a:solidFill>
                  <a:schemeClr val="lt1"/>
                </a:solidFill>
                <a:uFill>
                  <a:noFill/>
                </a:u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  <a:hlinkClick r:id="rId4"/>
              </a:rPr>
              <a:t>Freepik</a:t>
            </a:r>
            <a:endParaRPr sz="1200" b="1">
              <a:solidFill>
                <a:schemeClr val="lt1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  <p:grpSp>
        <p:nvGrpSpPr>
          <p:cNvPr id="346" name="Google Shape;346;p26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347" name="Google Shape;347;p26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8" name="Google Shape;348;p26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9" name="Google Shape;349;p26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0" name="Google Shape;350;p26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1" name="Google Shape;351;p26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2" name="Google Shape;352;p26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53" name="Google Shape;353;p26"/>
          <p:cNvSpPr/>
          <p:nvPr/>
        </p:nvSpPr>
        <p:spPr>
          <a:xfrm>
            <a:off x="205900" y="47962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4" name="Google Shape;354;p26"/>
          <p:cNvSpPr/>
          <p:nvPr/>
        </p:nvSpPr>
        <p:spPr>
          <a:xfrm>
            <a:off x="205900" y="162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5" name="Google Shape;355;p26"/>
          <p:cNvSpPr/>
          <p:nvPr/>
        </p:nvSpPr>
        <p:spPr>
          <a:xfrm>
            <a:off x="8753000" y="47962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6" name="Google Shape;356;p26"/>
          <p:cNvSpPr/>
          <p:nvPr/>
        </p:nvSpPr>
        <p:spPr>
          <a:xfrm>
            <a:off x="8753000" y="162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7"/>
          <p:cNvSpPr/>
          <p:nvPr/>
        </p:nvSpPr>
        <p:spPr>
          <a:xfrm>
            <a:off x="205900" y="44143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9" name="Google Shape;359;p27"/>
          <p:cNvSpPr/>
          <p:nvPr/>
        </p:nvSpPr>
        <p:spPr>
          <a:xfrm>
            <a:off x="8743125" y="441431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60" name="Google Shape;360;p27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361" name="Google Shape;361;p27"/>
            <p:cNvCxnSpPr/>
            <p:nvPr/>
          </p:nvCxnSpPr>
          <p:spPr>
            <a:xfrm>
              <a:off x="-5900" y="3105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2" name="Google Shape;362;p27"/>
            <p:cNvCxnSpPr/>
            <p:nvPr/>
          </p:nvCxnSpPr>
          <p:spPr>
            <a:xfrm>
              <a:off x="-8650" y="48282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3" name="Google Shape;363;p27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4" name="Google Shape;364;p27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5" name="Google Shape;365;p27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6" name="Google Shape;366;p27"/>
            <p:cNvCxnSpPr/>
            <p:nvPr/>
          </p:nvCxnSpPr>
          <p:spPr>
            <a:xfrm>
              <a:off x="-5900" y="4180488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8" name="Google Shape;368;p28"/>
          <p:cNvGrpSpPr/>
          <p:nvPr/>
        </p:nvGrpSpPr>
        <p:grpSpPr>
          <a:xfrm>
            <a:off x="-8650" y="50"/>
            <a:ext cx="9163850" cy="5136000"/>
            <a:chOff x="-8650" y="50"/>
            <a:chExt cx="9163850" cy="5136000"/>
          </a:xfrm>
        </p:grpSpPr>
        <p:cxnSp>
          <p:nvCxnSpPr>
            <p:cNvPr id="369" name="Google Shape;369;p28"/>
            <p:cNvCxnSpPr/>
            <p:nvPr/>
          </p:nvCxnSpPr>
          <p:spPr>
            <a:xfrm>
              <a:off x="-5900" y="539198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0" name="Google Shape;370;p28"/>
            <p:cNvCxnSpPr/>
            <p:nvPr/>
          </p:nvCxnSpPr>
          <p:spPr>
            <a:xfrm>
              <a:off x="-8650" y="4599639"/>
              <a:ext cx="91611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1" name="Google Shape;371;p28"/>
            <p:cNvCxnSpPr/>
            <p:nvPr/>
          </p:nvCxnSpPr>
          <p:spPr>
            <a:xfrm rot="10800000">
              <a:off x="636789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2" name="Google Shape;372;p28"/>
            <p:cNvCxnSpPr/>
            <p:nvPr/>
          </p:nvCxnSpPr>
          <p:spPr>
            <a:xfrm rot="10800000">
              <a:off x="8507211" y="50"/>
              <a:ext cx="0" cy="51360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3" name="Google Shape;373;p28"/>
            <p:cNvCxnSpPr/>
            <p:nvPr/>
          </p:nvCxnSpPr>
          <p:spPr>
            <a:xfrm>
              <a:off x="8506900" y="4180500"/>
              <a:ext cx="6435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4" name="Google Shape;374;p28"/>
            <p:cNvCxnSpPr/>
            <p:nvPr/>
          </p:nvCxnSpPr>
          <p:spPr>
            <a:xfrm>
              <a:off x="-5900" y="963013"/>
              <a:ext cx="646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75" name="Google Shape;375;p28"/>
          <p:cNvSpPr/>
          <p:nvPr/>
        </p:nvSpPr>
        <p:spPr>
          <a:xfrm>
            <a:off x="205900" y="47962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6" name="Google Shape;376;p28"/>
          <p:cNvSpPr/>
          <p:nvPr/>
        </p:nvSpPr>
        <p:spPr>
          <a:xfrm>
            <a:off x="205900" y="162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7" name="Google Shape;377;p28"/>
          <p:cNvSpPr/>
          <p:nvPr/>
        </p:nvSpPr>
        <p:spPr>
          <a:xfrm>
            <a:off x="8753000" y="4796238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8" name="Google Shape;378;p28"/>
          <p:cNvSpPr/>
          <p:nvPr/>
        </p:nvSpPr>
        <p:spPr>
          <a:xfrm>
            <a:off x="8753000" y="162163"/>
            <a:ext cx="185100" cy="185100"/>
          </a:xfrm>
          <a:prstGeom prst="bracePair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8" Type="http://schemas.openxmlformats.org/officeDocument/2006/relationships/theme" Target="../theme/theme1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7750" y="365760"/>
            <a:ext cx="77085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layfair Display Medium"/>
              <a:buNone/>
              <a:defRPr sz="3000">
                <a:solidFill>
                  <a:schemeClr val="dk1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nton"/>
              <a:buNone/>
              <a:defRPr sz="3500">
                <a:solidFill>
                  <a:schemeClr val="dk1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692700" y="1351875"/>
            <a:ext cx="7711800" cy="32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 panose="02000000000000000000"/>
              <a:buChar char="●"/>
              <a:defRPr>
                <a:solidFill>
                  <a:schemeClr val="lt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 panose="02000000000000000000"/>
              <a:buChar char="○"/>
              <a:defRPr>
                <a:solidFill>
                  <a:schemeClr val="lt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 panose="02000000000000000000"/>
              <a:buChar char="■"/>
              <a:defRPr>
                <a:solidFill>
                  <a:schemeClr val="lt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 panose="02000000000000000000"/>
              <a:buChar char="●"/>
              <a:defRPr>
                <a:solidFill>
                  <a:schemeClr val="lt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 panose="02000000000000000000"/>
              <a:buChar char="○"/>
              <a:defRPr>
                <a:solidFill>
                  <a:schemeClr val="lt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 panose="02000000000000000000"/>
              <a:buChar char="■"/>
              <a:defRPr>
                <a:solidFill>
                  <a:schemeClr val="lt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 panose="02000000000000000000"/>
              <a:buChar char="●"/>
              <a:defRPr>
                <a:solidFill>
                  <a:schemeClr val="lt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 panose="02000000000000000000"/>
              <a:buChar char="○"/>
              <a:defRPr>
                <a:solidFill>
                  <a:schemeClr val="lt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ind" panose="02000000000000000000"/>
              <a:buChar char="■"/>
              <a:defRPr>
                <a:solidFill>
                  <a:schemeClr val="lt1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8.xml"/><Relationship Id="rId1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2"/>
          <p:cNvSpPr txBox="1"/>
          <p:nvPr>
            <p:ph type="ctrTitle"/>
          </p:nvPr>
        </p:nvSpPr>
        <p:spPr>
          <a:xfrm>
            <a:off x="1067200" y="1399888"/>
            <a:ext cx="7009800" cy="176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6600"/>
              <a:t>Module 1</a:t>
            </a:r>
            <a:r>
              <a:rPr lang="en-GB" sz="6600"/>
              <a:t> Project  </a:t>
            </a:r>
            <a:r>
              <a:rPr lang="en-US" altLang="en-GB" sz="4800"/>
              <a:t>Presentation</a:t>
            </a:r>
            <a:endParaRPr lang="en-US" altLang="en-GB" sz="4800"/>
          </a:p>
        </p:txBody>
      </p:sp>
      <p:cxnSp>
        <p:nvCxnSpPr>
          <p:cNvPr id="390" name="Google Shape;390;p32"/>
          <p:cNvCxnSpPr/>
          <p:nvPr/>
        </p:nvCxnSpPr>
        <p:spPr>
          <a:xfrm>
            <a:off x="2326500" y="3234163"/>
            <a:ext cx="4491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1" name="Google Shape;391;p32"/>
          <p:cNvSpPr txBox="1"/>
          <p:nvPr>
            <p:ph type="subTitle" idx="1"/>
          </p:nvPr>
        </p:nvSpPr>
        <p:spPr>
          <a:xfrm>
            <a:off x="2160000" y="3377913"/>
            <a:ext cx="4824000" cy="365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lt1"/>
                </a:solidFill>
              </a:rPr>
              <a:t>AI Engineer Fullstack</a:t>
            </a:r>
            <a:endParaRPr lang="en-US" altLang="en-GB">
              <a:solidFill>
                <a:schemeClr val="lt1"/>
              </a:solidFill>
            </a:endParaRPr>
          </a:p>
        </p:txBody>
      </p:sp>
      <p:sp>
        <p:nvSpPr>
          <p:cNvPr id="392" name="Google Shape;392;p32"/>
          <p:cNvSpPr txBox="1"/>
          <p:nvPr/>
        </p:nvSpPr>
        <p:spPr>
          <a:xfrm>
            <a:off x="4010250" y="54625"/>
            <a:ext cx="1123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2xxx</a:t>
            </a:r>
            <a:endParaRPr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93" name="Google Shape;393;p32"/>
          <p:cNvSpPr txBox="1"/>
          <p:nvPr/>
        </p:nvSpPr>
        <p:spPr>
          <a:xfrm>
            <a:off x="3475800" y="4688700"/>
            <a:ext cx="2192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Nguyen Tuan Kiet</a:t>
            </a:r>
            <a:endParaRPr lang="en-US" altLang="en-GB">
              <a:solidFill>
                <a:schemeClr val="lt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5"/>
          <p:cNvSpPr txBox="1"/>
          <p:nvPr>
            <p:ph type="title" idx="2"/>
          </p:nvPr>
        </p:nvSpPr>
        <p:spPr>
          <a:xfrm>
            <a:off x="3991350" y="782912"/>
            <a:ext cx="1161300" cy="116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endParaRPr lang="en-GB"/>
          </a:p>
        </p:txBody>
      </p:sp>
      <p:sp>
        <p:nvSpPr>
          <p:cNvPr id="431" name="Google Shape;431;p35"/>
          <p:cNvSpPr txBox="1"/>
          <p:nvPr>
            <p:ph type="title"/>
          </p:nvPr>
        </p:nvSpPr>
        <p:spPr>
          <a:xfrm>
            <a:off x="1778550" y="2028480"/>
            <a:ext cx="5586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Cards data</a:t>
            </a:r>
            <a:endParaRPr lang="en-US" altLang="en-GB"/>
          </a:p>
        </p:txBody>
      </p:sp>
      <p:cxnSp>
        <p:nvCxnSpPr>
          <p:cNvPr id="433" name="Google Shape;433;p35"/>
          <p:cNvCxnSpPr/>
          <p:nvPr/>
        </p:nvCxnSpPr>
        <p:spPr>
          <a:xfrm>
            <a:off x="2326500" y="3075095"/>
            <a:ext cx="4491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291205"/>
            <a:ext cx="9144000" cy="12325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847" r="50333"/>
          <a:stretch>
            <a:fillRect/>
          </a:stretch>
        </p:blipFill>
        <p:spPr>
          <a:xfrm>
            <a:off x="683895" y="339725"/>
            <a:ext cx="4464050" cy="220726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51576" r="-396"/>
          <a:stretch>
            <a:fillRect/>
          </a:stretch>
        </p:blipFill>
        <p:spPr>
          <a:xfrm>
            <a:off x="3996055" y="2571750"/>
            <a:ext cx="4464050" cy="2207260"/>
          </a:xfrm>
          <a:prstGeom prst="rect">
            <a:avLst/>
          </a:prstGeom>
        </p:spPr>
      </p:pic>
      <p:sp>
        <p:nvSpPr>
          <p:cNvPr id="5" name="Google Shape;528;p43"/>
          <p:cNvSpPr txBox="1"/>
          <p:nvPr/>
        </p:nvSpPr>
        <p:spPr>
          <a:xfrm>
            <a:off x="5723890" y="483235"/>
            <a:ext cx="2551430" cy="171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57,13% Debit card =&gt; Khách hàng có xu hướng tự bỏ tiền ra tiêu xài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52,21 % Mastercard =&gt; Mastercard đang chiếm lĩnh thị trường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  <p:sp>
        <p:nvSpPr>
          <p:cNvPr id="6" name="Google Shape;528;p43"/>
          <p:cNvSpPr txBox="1"/>
          <p:nvPr/>
        </p:nvSpPr>
        <p:spPr>
          <a:xfrm>
            <a:off x="1043305" y="2860040"/>
            <a:ext cx="2551430" cy="171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89,49% thẻ có chip =&gt; Khách hàng có xu hướng hướng đến loại thẻ hiện đại hơn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0.98% sở hữu 3 thẻ =&gt; Phần lớn khách hàng có xu hướng sử dụng ít thẻ, dễ quản lý hơn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r="47175"/>
          <a:stretch>
            <a:fillRect/>
          </a:stretch>
        </p:blipFill>
        <p:spPr>
          <a:xfrm>
            <a:off x="756920" y="555625"/>
            <a:ext cx="4030980" cy="3992880"/>
          </a:xfrm>
          <a:prstGeom prst="rect">
            <a:avLst/>
          </a:prstGeom>
        </p:spPr>
      </p:pic>
      <p:sp>
        <p:nvSpPr>
          <p:cNvPr id="6" name="Google Shape;528;p43"/>
          <p:cNvSpPr txBox="1"/>
          <p:nvPr/>
        </p:nvSpPr>
        <p:spPr>
          <a:xfrm>
            <a:off x="5220335" y="1563370"/>
            <a:ext cx="2551430" cy="171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1990-2010: Giai đoạn tăng trưởng ổn định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2011-2019: Giai đoạn giảm mạnh (thị trường bão hòa, chính sách ngân hàng)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2020: Tăng trưởng mạnh (chiến dịch khuyến mãi, tác động ngoại cảnh: Covid 19)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52825" r="-8" b="811"/>
          <a:stretch>
            <a:fillRect/>
          </a:stretch>
        </p:blipFill>
        <p:spPr>
          <a:xfrm>
            <a:off x="4643755" y="555625"/>
            <a:ext cx="3600450" cy="3960495"/>
          </a:xfrm>
          <a:prstGeom prst="rect">
            <a:avLst/>
          </a:prstGeom>
        </p:spPr>
      </p:pic>
      <p:sp>
        <p:nvSpPr>
          <p:cNvPr id="6" name="Google Shape;528;p43"/>
          <p:cNvSpPr txBox="1"/>
          <p:nvPr/>
        </p:nvSpPr>
        <p:spPr>
          <a:xfrm>
            <a:off x="1115695" y="1779905"/>
            <a:ext cx="2551430" cy="1713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2 tháng đầu năm là thời gian có nhiều tài khoản mở nhất, hơn 32% =&gt; Các chính sách thu hút khách hàng dịp đầu năm, thời điểm mọi người có nhu cầu cao về quản lý tài chính (tiền thưởng tết, lì xì)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260" y="555625"/>
            <a:ext cx="4297680" cy="3915410"/>
          </a:xfrm>
          <a:prstGeom prst="rect">
            <a:avLst/>
          </a:prstGeom>
        </p:spPr>
      </p:pic>
      <p:sp>
        <p:nvSpPr>
          <p:cNvPr id="2" name="Google Shape;528;p43"/>
          <p:cNvSpPr txBox="1"/>
          <p:nvPr/>
        </p:nvSpPr>
        <p:spPr>
          <a:xfrm>
            <a:off x="5106670" y="1651635"/>
            <a:ext cx="3155315" cy="172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Đa số người dùng có hạn mức thấp, chỉ 1 số nhỏ có hạn mức cao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Mastercard: hạn mức cao nhất, sở hữu phân khúc khách hàng cao cấp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Visa: Tương tự Mastercard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 Amex: các điểm ngoại lai ít và tối đa chỉ 90.000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Discover: dòng thẻ bình dân, hạn mức cao nhất chỉ 45.000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5"/>
          <p:cNvSpPr txBox="1"/>
          <p:nvPr>
            <p:ph type="title" idx="2"/>
          </p:nvPr>
        </p:nvSpPr>
        <p:spPr>
          <a:xfrm>
            <a:off x="3991350" y="607017"/>
            <a:ext cx="1161300" cy="116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2</a:t>
            </a:r>
            <a:endParaRPr lang="en-US" altLang="en-GB"/>
          </a:p>
        </p:txBody>
      </p:sp>
      <p:sp>
        <p:nvSpPr>
          <p:cNvPr id="431" name="Google Shape;431;p35"/>
          <p:cNvSpPr txBox="1"/>
          <p:nvPr>
            <p:ph type="title"/>
          </p:nvPr>
        </p:nvSpPr>
        <p:spPr>
          <a:xfrm>
            <a:off x="1778550" y="1852585"/>
            <a:ext cx="5586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Transaction data</a:t>
            </a:r>
            <a:endParaRPr lang="en-US" altLang="en-GB"/>
          </a:p>
        </p:txBody>
      </p:sp>
      <p:cxnSp>
        <p:nvCxnSpPr>
          <p:cNvPr id="433" name="Google Shape;433;p35"/>
          <p:cNvCxnSpPr/>
          <p:nvPr/>
        </p:nvCxnSpPr>
        <p:spPr>
          <a:xfrm>
            <a:off x="2326500" y="2899200"/>
            <a:ext cx="4491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032125"/>
            <a:ext cx="9144000" cy="15106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627380"/>
            <a:ext cx="4514850" cy="3914775"/>
          </a:xfrm>
          <a:prstGeom prst="rect">
            <a:avLst/>
          </a:prstGeom>
        </p:spPr>
      </p:pic>
      <p:sp>
        <p:nvSpPr>
          <p:cNvPr id="8" name="Google Shape;528;p43"/>
          <p:cNvSpPr txBox="1"/>
          <p:nvPr/>
        </p:nvSpPr>
        <p:spPr>
          <a:xfrm>
            <a:off x="5292090" y="1635760"/>
            <a:ext cx="3155315" cy="172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Chỉ có 36% giao dịch chip (Gần 90% thẻ có chip) =&gt; Khách hàng vẫn giữ thói quen quẹt thẻ truyền thống dù sở hữu công nghệ cao hơn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Chỉ có 12% giao dịch online =&gt; Khách hàng có xu hướng chi tiêu ở các cửa hàng vật lý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405" y="411480"/>
            <a:ext cx="5505450" cy="4333875"/>
          </a:xfrm>
          <a:prstGeom prst="rect">
            <a:avLst/>
          </a:prstGeom>
        </p:spPr>
      </p:pic>
      <p:sp>
        <p:nvSpPr>
          <p:cNvPr id="2" name="Google Shape;528;p43"/>
          <p:cNvSpPr txBox="1"/>
          <p:nvPr/>
        </p:nvSpPr>
        <p:spPr>
          <a:xfrm>
            <a:off x="6588125" y="3796030"/>
            <a:ext cx="1759585" cy="1093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Phần lớn các giao dịch thực hiện trong thời điểm 7h - 16h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4125" y="1059815"/>
            <a:ext cx="4095750" cy="1714500"/>
          </a:xfrm>
          <a:prstGeom prst="rect">
            <a:avLst/>
          </a:prstGeom>
        </p:spPr>
      </p:pic>
      <p:sp>
        <p:nvSpPr>
          <p:cNvPr id="4" name="Google Shape;528;p43"/>
          <p:cNvSpPr txBox="1"/>
          <p:nvPr/>
        </p:nvSpPr>
        <p:spPr>
          <a:xfrm>
            <a:off x="2051685" y="3003550"/>
            <a:ext cx="5062220" cy="1093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Phần lớn các giao dịch là giao dịch nhận tiền, các giao dịch chi tiền có lượng nhỏ hơn và giá trị cũng thấp hơn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5"/>
          <p:cNvSpPr txBox="1"/>
          <p:nvPr>
            <p:ph type="title" idx="2"/>
          </p:nvPr>
        </p:nvSpPr>
        <p:spPr>
          <a:xfrm>
            <a:off x="3991350" y="607017"/>
            <a:ext cx="1161300" cy="116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3</a:t>
            </a:r>
            <a:endParaRPr lang="en-US" altLang="en-GB"/>
          </a:p>
        </p:txBody>
      </p:sp>
      <p:sp>
        <p:nvSpPr>
          <p:cNvPr id="431" name="Google Shape;431;p35"/>
          <p:cNvSpPr txBox="1"/>
          <p:nvPr>
            <p:ph type="title"/>
          </p:nvPr>
        </p:nvSpPr>
        <p:spPr>
          <a:xfrm>
            <a:off x="1778550" y="1852585"/>
            <a:ext cx="55869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/>
              <a:t>User data</a:t>
            </a:r>
            <a:endParaRPr lang="en-US" altLang="en-GB"/>
          </a:p>
        </p:txBody>
      </p:sp>
      <p:cxnSp>
        <p:nvCxnSpPr>
          <p:cNvPr id="433" name="Google Shape;433;p35"/>
          <p:cNvCxnSpPr/>
          <p:nvPr/>
        </p:nvCxnSpPr>
        <p:spPr>
          <a:xfrm>
            <a:off x="2326500" y="2899200"/>
            <a:ext cx="44910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3150870"/>
            <a:ext cx="9144000" cy="1158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r="48935"/>
          <a:stretch>
            <a:fillRect/>
          </a:stretch>
        </p:blipFill>
        <p:spPr>
          <a:xfrm>
            <a:off x="683895" y="483235"/>
            <a:ext cx="3959860" cy="4220845"/>
          </a:xfrm>
          <a:prstGeom prst="rect">
            <a:avLst/>
          </a:prstGeom>
        </p:spPr>
      </p:pic>
      <p:sp>
        <p:nvSpPr>
          <p:cNvPr id="2" name="Google Shape;528;p43"/>
          <p:cNvSpPr txBox="1"/>
          <p:nvPr/>
        </p:nvSpPr>
        <p:spPr>
          <a:xfrm>
            <a:off x="5076190" y="1635760"/>
            <a:ext cx="3155315" cy="172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Đại đa số khách hàng nằm ở nhóm thu nhập từ 30000 - 60000, mode 40000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Một số nhỏ kéo dài đến 300000 (Giới siêu giàu)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50140" r="-279"/>
          <a:stretch>
            <a:fillRect/>
          </a:stretch>
        </p:blipFill>
        <p:spPr>
          <a:xfrm>
            <a:off x="4572000" y="483235"/>
            <a:ext cx="3888105" cy="4220845"/>
          </a:xfrm>
          <a:prstGeom prst="rect">
            <a:avLst/>
          </a:prstGeom>
        </p:spPr>
      </p:pic>
      <p:sp>
        <p:nvSpPr>
          <p:cNvPr id="2" name="Google Shape;528;p43"/>
          <p:cNvSpPr txBox="1"/>
          <p:nvPr/>
        </p:nvSpPr>
        <p:spPr>
          <a:xfrm>
            <a:off x="971550" y="1851660"/>
            <a:ext cx="3155315" cy="172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Phần lớn khách hàng có điểm tín dụng tốt (&gt; 700 điểm), chỉ có 1 tỉ lệ nhỏ có điểm tín dụng xấu (&lt; 550)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=&gt; Dù thu nhập không quá cao nhưng thói quen chi tiêu và ý thức tài chính tốt, rủi ro nợ xấu thấp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895" y="915670"/>
            <a:ext cx="5238750" cy="3371850"/>
          </a:xfrm>
          <a:prstGeom prst="rect">
            <a:avLst/>
          </a:prstGeom>
        </p:spPr>
      </p:pic>
      <p:sp>
        <p:nvSpPr>
          <p:cNvPr id="4" name="Google Shape;528;p43"/>
          <p:cNvSpPr txBox="1"/>
          <p:nvPr/>
        </p:nvSpPr>
        <p:spPr>
          <a:xfrm>
            <a:off x="6010275" y="2139950"/>
            <a:ext cx="2455545" cy="1722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Phân bố giới độ tuổi theo giới tính: 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Phần lớn tập trung từ 20 - dưới 60 tuổi, tỉ lệ nam nữ khá cân bằng.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0000"/>
                </a:solidFill>
                <a:latin typeface="Hind" panose="02000000000000000000"/>
                <a:ea typeface="Hind" panose="02000000000000000000"/>
                <a:cs typeface="Hind" panose="02000000000000000000"/>
                <a:sym typeface="Hind" panose="02000000000000000000"/>
              </a:rPr>
              <a:t>Sau 80 tuổi: Số lượng nữ vượt trội hơn =&gt; khách hàng lớn tuổi phần lớn là nữ giới</a:t>
            </a:r>
            <a:endParaRPr lang="en-US">
              <a:solidFill>
                <a:srgbClr val="FF0000"/>
              </a:solidFill>
              <a:latin typeface="Hind" panose="02000000000000000000"/>
              <a:ea typeface="Hind" panose="02000000000000000000"/>
              <a:cs typeface="Hind" panose="02000000000000000000"/>
              <a:sym typeface="Hind" panose="020000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6595" y="1707515"/>
            <a:ext cx="7751445" cy="167767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59"/>
          <p:cNvSpPr txBox="1"/>
          <p:nvPr>
            <p:ph type="title"/>
          </p:nvPr>
        </p:nvSpPr>
        <p:spPr>
          <a:xfrm>
            <a:off x="1907410" y="1851765"/>
            <a:ext cx="5346900" cy="109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Tha</a:t>
            </a:r>
            <a:r>
              <a:rPr lang="en-US" altLang="en-GB"/>
              <a:t>n</a:t>
            </a:r>
            <a:r>
              <a:rPr lang="en-GB"/>
              <a:t>ks</a:t>
            </a:r>
            <a:r>
              <a:rPr lang="en-US" altLang="en-GB"/>
              <a:t> you</a:t>
            </a:r>
            <a:br>
              <a:rPr lang="en-US" altLang="en-GB"/>
            </a:br>
            <a:r>
              <a:rPr lang="en-US" altLang="en-GB"/>
              <a:t>for your attention!</a:t>
            </a:r>
            <a:endParaRPr lang="en-US" alt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nal Year Project Thesis Defense by Slidesgo">
  <a:themeElements>
    <a:clrScheme name="Simple Light">
      <a:dk1>
        <a:srgbClr val="2E125F"/>
      </a:dk1>
      <a:lt1>
        <a:srgbClr val="222020"/>
      </a:lt1>
      <a:dk2>
        <a:srgbClr val="EFEEF3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220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1945</Words>
  <Application>WPS Presentation</Application>
  <PresentationFormat/>
  <Paragraphs>57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5" baseType="lpstr">
      <vt:lpstr>Arial</vt:lpstr>
      <vt:lpstr>SimSun</vt:lpstr>
      <vt:lpstr>Wingdings</vt:lpstr>
      <vt:lpstr>Arial</vt:lpstr>
      <vt:lpstr>Playfair Display Medium</vt:lpstr>
      <vt:lpstr>Anton</vt:lpstr>
      <vt:lpstr>Segoe Print</vt:lpstr>
      <vt:lpstr>Hind</vt:lpstr>
      <vt:lpstr>Loved by the King</vt:lpstr>
      <vt:lpstr>Mulish SemiBold</vt:lpstr>
      <vt:lpstr>Roboto Condensed Light</vt:lpstr>
      <vt:lpstr>Lato</vt:lpstr>
      <vt:lpstr>Hind Light</vt:lpstr>
      <vt:lpstr>Nunito Light</vt:lpstr>
      <vt:lpstr>PT Sans</vt:lpstr>
      <vt:lpstr>Playfair Display</vt:lpstr>
      <vt:lpstr>Microsoft YaHei</vt:lpstr>
      <vt:lpstr>Arial Unicode MS</vt:lpstr>
      <vt:lpstr>Final Year Project Thesis Defense by Slidesgo</vt:lpstr>
      <vt:lpstr>Module 1 Project  Presentation</vt:lpstr>
      <vt:lpstr>Cards data</vt:lpstr>
      <vt:lpstr>PowerPoint 演示文稿</vt:lpstr>
      <vt:lpstr>PowerPoint 演示文稿</vt:lpstr>
      <vt:lpstr>PowerPoint 演示文稿</vt:lpstr>
      <vt:lpstr>PowerPoint 演示文稿</vt:lpstr>
      <vt:lpstr>Transaction data</vt:lpstr>
      <vt:lpstr>PowerPoint 演示文稿</vt:lpstr>
      <vt:lpstr>PowerPoint 演示文稿</vt:lpstr>
      <vt:lpstr>PowerPoint 演示文稿</vt:lpstr>
      <vt:lpstr>User data</vt:lpstr>
      <vt:lpstr>PowerPoint 演示文稿</vt:lpstr>
      <vt:lpstr>PowerPoint 演示文稿</vt:lpstr>
      <vt:lpstr>PowerPoint 演示文稿</vt:lpstr>
      <vt:lpstr>PowerPoint 演示文稿</vt:lpstr>
      <vt:lpstr>Thanks you for your attention!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 Project  Presentation</dc:title>
  <dc:creator/>
  <cp:lastModifiedBy>Lum</cp:lastModifiedBy>
  <cp:revision>2</cp:revision>
  <dcterms:created xsi:type="dcterms:W3CDTF">2025-12-17T17:12:00Z</dcterms:created>
  <dcterms:modified xsi:type="dcterms:W3CDTF">2025-12-17T17:14:15Z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CCA60D9853F94B3F8BE799EC3A821733_12</vt:lpwstr>
  </property>
  <property fmtid="{D5CDD505-2E9C-101B-9397-08002B2CF9AE}" pid="3" name="KSOProductBuildVer">
    <vt:lpwstr>1033-12.2.0.23196</vt:lpwstr>
  </property>
</Properties>
</file>